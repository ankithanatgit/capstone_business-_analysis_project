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&amp; Sales Analysis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Science Project</a:t>
            </a:r>
          </a:p>
          <a:p>
            <a:r>
              <a:t>Internship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customer churn and analyze sales trends to improve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customer_churn.csv</a:t>
            </a:r>
          </a:p>
          <a:p>
            <a:r>
              <a:t>sales_data.csv</a:t>
            </a:r>
          </a:p>
          <a:p>
            <a:r>
              <a:t>house_prices.csv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</a:t>
            </a:r>
          </a:p>
          <a:p>
            <a:r>
              <a:t>EDA</a:t>
            </a:r>
          </a:p>
          <a:p>
            <a:r>
              <a:t>Model Training</a:t>
            </a:r>
          </a:p>
          <a:p>
            <a:r>
              <a:t>Evaluation</a:t>
            </a:r>
          </a:p>
          <a:p>
            <a:r>
              <a:t>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RandomForest Model</a:t>
            </a:r>
          </a:p>
          <a:p>
            <a:r>
              <a:t>Accuracy ~80%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sales trend identified</a:t>
            </a:r>
          </a:p>
          <a:p>
            <a:r>
              <a:t>March peak observed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API created</a:t>
            </a:r>
          </a:p>
          <a:p>
            <a:r>
              <a:t>/predict endpoint tested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yearly plans</a:t>
            </a:r>
          </a:p>
          <a:p>
            <a:r>
              <a:t>Target high-risk churn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demonstrates full ML lifecycle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